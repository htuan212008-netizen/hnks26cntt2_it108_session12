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96" y="6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2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2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7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4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7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7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7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7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2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704020202020204" pitchFamily="34" charset="0"/>
              <a:sym typeface="Arial" panose="020B07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7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7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7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704020202020204" pitchFamily="34" charset="0"/>
          <a:sym typeface="Arial" panose="020B07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Arial" panose="020B0704020202020204" pitchFamily="34" charset="0"/>
          <a:sym typeface="Arial" panose="020B07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7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8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br>
              <a:rPr lang="en-US" sz="2000" b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</a:br>
            <a:r>
              <a:rPr lang="en-US" sz="2000" b="0">
                <a:solidFill>
                  <a:srgbClr val="0070C0"/>
                </a:solidFill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PayKX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000" b="0">
                <a:solidFill>
                  <a:srgbClr val="0070C0"/>
                </a:solidFill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Ví điện tử cho sinh viên</a:t>
            </a:r>
          </a:p>
        </p:txBody>
      </p:sp>
      <p:sp>
        <p:nvSpPr>
          <p:cNvPr id="10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>
                <a:ea typeface="+mn-ea"/>
              </a:rPr>
              <a:t> </a:t>
            </a:r>
          </a:p>
          <a:p>
            <a:r>
              <a:rPr lang="en-US" dirty="0">
                <a:ea typeface="+mn-ea"/>
              </a:rPr>
              <a:t> </a:t>
            </a:r>
          </a:p>
        </p:txBody>
      </p:sp>
      <p:sp>
        <p:nvSpPr>
          <p:cNvPr id="11" name="署名"/>
          <p:cNvSpPr>
            <a:spLocks noGrp="1"/>
          </p:cNvSpPr>
          <p:nvPr>
            <p:ph type="body" sz="quarter" idx="4294967295"/>
            <p:custDataLst>
              <p:tags r:id="rId4"/>
            </p:custDataLst>
          </p:nvPr>
        </p:nvSpPr>
        <p:spPr>
          <a:xfrm>
            <a:off x="2282825" y="3673475"/>
            <a:ext cx="9909175" cy="1204913"/>
          </a:xfrm>
          <a:prstGeom prst="rect">
            <a:avLst/>
          </a:prstGeom>
        </p:spPr>
        <p:txBody>
          <a:bodyPr/>
          <a:lstStyle/>
          <a:p>
            <a:r>
              <a:rPr lang="en-US">
                <a:ea typeface="+mn-ea"/>
              </a:rPr>
              <a:t> </a:t>
            </a:r>
          </a:p>
          <a:p>
            <a:endParaRPr lang="en-US">
              <a:ea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214748" y="360738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BÁO CÁO LỖ LÃI</a:t>
            </a:r>
          </a:p>
          <a:p>
            <a:r>
              <a:rPr lang="en-US" sz="3000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THÁNG 05/2024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28291" y="331309"/>
            <a:ext cx="10969200" cy="7056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7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olidFill>
                  <a:srgbClr val="0070C0"/>
                </a:solidFill>
                <a:ea typeface="+mj-ea"/>
                <a:cs typeface="+mn-ea"/>
                <a:sym typeface="+mn-ea"/>
              </a:rPr>
              <a:t>Tổng quan kết quả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Doanh thu đầu tuần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524750" y="42799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0070C0"/>
                </a:solidFill>
              </a:rPr>
              <a:t>Cơ cấu chi phí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custom2023799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90"/>
  <p:tag name="KSO_WM_SLIDE_LAYOUT" val="a_f"/>
  <p:tag name="KSO_WM_SLIDE_LAYOUT_CNT" val="1_2"/>
  <p:tag name="KSO_WM_SLIDE_THEME_ID" val="3312678"/>
  <p:tag name="KSO_WM_SLIDE_THEME_NAME" val="Red Minimalis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9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THANK YOU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NOCLEAR" val="0"/>
  <p:tag name="KSO_WM_UNIT_VALUE" val="9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7990_9*f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YOUR LOGO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署名占位符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Lato</vt:lpstr>
      <vt:lpstr>Manrope ExtraBold</vt:lpstr>
      <vt:lpstr>Times New Roman Bold</vt:lpstr>
      <vt:lpstr>Times New Roman Regular</vt:lpstr>
      <vt:lpstr>Office Theme</vt:lpstr>
      <vt:lpstr> PayKX Ví điện tử cho sinh viên</vt:lpstr>
      <vt:lpstr>Tổng quan kết quả</vt:lpstr>
      <vt:lpstr>Doanh thu đầu tuần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_x000b_PayKX_x000d_Ví điện tử cho sinh viên</dc:title>
  <dc:creator>hung</dc:creator>
  <cp:lastModifiedBy>Hồ Anh Tuấn</cp:lastModifiedBy>
  <cp:revision>2</cp:revision>
  <dcterms:created xsi:type="dcterms:W3CDTF">2026-10-26T04:24:53Z</dcterms:created>
  <dcterms:modified xsi:type="dcterms:W3CDTF">2026-10-26T04:28:52Z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1033-12.1.29182.29182</vt:lpwstr>
  </property>
  <property fmtid="{D5CDD505-2E9C-101B-9397-08002B2CF9AE}" pid="3" name="ICV">
    <vt:lpwstr>B6A860A908EF62BCF6D1DE6A24E4531C_41</vt:lpwstr>
  </property>
</Properties>
</file>